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59436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1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howGuides="1">
      <p:cViewPr>
        <p:scale>
          <a:sx n="115" d="100"/>
          <a:sy n="115" d="100"/>
        </p:scale>
        <p:origin x="2808" y="368"/>
      </p:cViewPr>
      <p:guideLst>
        <p:guide orient="horz" pos="2016"/>
        <p:guide pos="1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047539"/>
            <a:ext cx="5052060" cy="2228427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3361902"/>
            <a:ext cx="4457700" cy="1545378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8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07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595757"/>
            <a:ext cx="5126355" cy="2662555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4283500"/>
            <a:ext cx="5126355" cy="1400175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04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703917"/>
            <a:ext cx="252603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703917"/>
            <a:ext cx="252603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66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40785"/>
            <a:ext cx="5126355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569085"/>
            <a:ext cx="2514421" cy="768985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2338070"/>
            <a:ext cx="2514421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569085"/>
            <a:ext cx="2526804" cy="768985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2338070"/>
            <a:ext cx="2526804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0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1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11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26720"/>
            <a:ext cx="1916966" cy="149352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921598"/>
            <a:ext cx="3008948" cy="4548717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920240"/>
            <a:ext cx="1916966" cy="3557482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3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26720"/>
            <a:ext cx="1916966" cy="149352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921598"/>
            <a:ext cx="3008948" cy="4548717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920240"/>
            <a:ext cx="1916966" cy="3557482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98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75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340783"/>
            <a:ext cx="1281589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340783"/>
            <a:ext cx="3770471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85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340785"/>
            <a:ext cx="5126355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703917"/>
            <a:ext cx="5126355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5932595"/>
            <a:ext cx="133731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9DEF31-BDC1-C740-B335-7C916741D439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5932595"/>
            <a:ext cx="2005965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5932595"/>
            <a:ext cx="133731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08DC2-CFCB-8441-BF81-8B3E0C7D0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7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54A472-3F86-2F86-DA69-BC6B7DDBC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5" y="3771900"/>
            <a:ext cx="5829300" cy="262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11AE84-3AFE-DAF9-F684-8D034A7534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112"/>
          <a:stretch>
            <a:fillRect/>
          </a:stretch>
        </p:blipFill>
        <p:spPr>
          <a:xfrm>
            <a:off x="69694" y="0"/>
            <a:ext cx="5756563" cy="38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31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735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Page-Roth, Jackson Robert</dc:creator>
  <cp:lastModifiedBy>Page-Roth, Jackson Robert</cp:lastModifiedBy>
  <cp:revision>1</cp:revision>
  <dcterms:created xsi:type="dcterms:W3CDTF">2026-09-22T01:40:56Z</dcterms:created>
  <dcterms:modified xsi:type="dcterms:W3CDTF">2026-09-22T13:56:28Z</dcterms:modified>
</cp:coreProperties>
</file>