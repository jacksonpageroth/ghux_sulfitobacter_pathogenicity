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5943600" cy="36576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1872"/>
        <p:guide pos="1152" orient="horz"/>
      </p:guideLst>
    </p:cSldViewPr>
  </p:slideViewPr>
  <p:gridSpacing cx="54864" cy="54864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812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070726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464275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530818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41626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6484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1280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66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3847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118705" name="Title 1"/>
          <p:cNvSpPr>
            <a:spLocks noGrp="1"/>
          </p:cNvSpPr>
          <p:nvPr>
            <p:ph type="ctrTitle"/>
          </p:nvPr>
        </p:nvSpPr>
        <p:spPr bwMode="auto">
          <a:xfrm>
            <a:off x="742950" y="598593"/>
            <a:ext cx="4457700" cy="1273386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0508509" name="Subtitle 2"/>
          <p:cNvSpPr>
            <a:spLocks noGrp="1"/>
          </p:cNvSpPr>
          <p:nvPr>
            <p:ph type="subTitle" idx="1"/>
          </p:nvPr>
        </p:nvSpPr>
        <p:spPr bwMode="auto">
          <a:xfrm>
            <a:off x="742950" y="1921086"/>
            <a:ext cx="4457700" cy="88307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519642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11895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713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575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04651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21352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37626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2782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837247" name="Title 1"/>
          <p:cNvSpPr>
            <a:spLocks noGrp="1"/>
          </p:cNvSpPr>
          <p:nvPr>
            <p:ph type="title"/>
          </p:nvPr>
        </p:nvSpPr>
        <p:spPr bwMode="auto">
          <a:xfrm>
            <a:off x="405526" y="911860"/>
            <a:ext cx="5126354" cy="1521459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69163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5526" y="2447713"/>
            <a:ext cx="5126354" cy="8000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60714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36690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56916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81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33916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08622" y="973666"/>
            <a:ext cx="2526029" cy="23207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432459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3008947" y="973666"/>
            <a:ext cx="2526029" cy="23207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3586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57138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22441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38675" name="Title 1"/>
          <p:cNvSpPr>
            <a:spLocks noGrp="1"/>
          </p:cNvSpPr>
          <p:nvPr>
            <p:ph type="title"/>
          </p:nvPr>
        </p:nvSpPr>
        <p:spPr bwMode="auto">
          <a:xfrm>
            <a:off x="409396" y="194733"/>
            <a:ext cx="5126354" cy="70696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85879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9396" y="896620"/>
            <a:ext cx="2514421" cy="4394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44817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09396" y="1336038"/>
            <a:ext cx="2514421" cy="19651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02943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008947" y="896620"/>
            <a:ext cx="2526803" cy="4394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38458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3008947" y="1336038"/>
            <a:ext cx="2526803" cy="19651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77392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884490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411278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426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71438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73204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5121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8192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211616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9716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517712" name="Title 1"/>
          <p:cNvSpPr>
            <a:spLocks noGrp="1"/>
          </p:cNvSpPr>
          <p:nvPr>
            <p:ph type="title"/>
          </p:nvPr>
        </p:nvSpPr>
        <p:spPr bwMode="auto">
          <a:xfrm>
            <a:off x="409396" y="243839"/>
            <a:ext cx="1916965" cy="85344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7302253" name="Content Placeholder 2"/>
          <p:cNvSpPr>
            <a:spLocks noGrp="1"/>
          </p:cNvSpPr>
          <p:nvPr>
            <p:ph idx="1"/>
          </p:nvPr>
        </p:nvSpPr>
        <p:spPr bwMode="auto">
          <a:xfrm>
            <a:off x="2526803" y="526626"/>
            <a:ext cx="3008947" cy="25992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09261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09396" y="1097280"/>
            <a:ext cx="1916965" cy="203284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20589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3762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6223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21439" name="Title 1"/>
          <p:cNvSpPr>
            <a:spLocks noGrp="1"/>
          </p:cNvSpPr>
          <p:nvPr>
            <p:ph type="title"/>
          </p:nvPr>
        </p:nvSpPr>
        <p:spPr bwMode="auto">
          <a:xfrm>
            <a:off x="409396" y="243839"/>
            <a:ext cx="1916965" cy="85344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077333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526803" y="526626"/>
            <a:ext cx="3008947" cy="259926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736532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09396" y="1097280"/>
            <a:ext cx="1916965" cy="203284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05218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45736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22981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0664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66238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56733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76601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2010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1530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4253388" y="194733"/>
            <a:ext cx="1281588" cy="3099646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675511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08622" y="194733"/>
            <a:ext cx="3770471" cy="3099646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9368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49827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00937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64066" name="Title Placeholder 1"/>
          <p:cNvSpPr>
            <a:spLocks noGrp="1"/>
          </p:cNvSpPr>
          <p:nvPr>
            <p:ph type="title"/>
          </p:nvPr>
        </p:nvSpPr>
        <p:spPr bwMode="auto">
          <a:xfrm>
            <a:off x="408622" y="194733"/>
            <a:ext cx="5126354" cy="706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96470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8622" y="973666"/>
            <a:ext cx="5126354" cy="232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43111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08622" y="3390053"/>
            <a:ext cx="1337309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93545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968817" y="3390053"/>
            <a:ext cx="2005964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53279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197667" y="3390053"/>
            <a:ext cx="1337309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3351981" name=""/>
          <p:cNvPicPr>
            <a:picLocks noChangeAspect="1"/>
          </p:cNvPicPr>
          <p:nvPr/>
        </p:nvPicPr>
        <p:blipFill rotWithShape="1">
          <a:blip r:embed="rId3"/>
          <a:srcRect l="0" t="2236" r="0" b="2236"/>
          <a:stretch/>
        </p:blipFill>
        <p:spPr bwMode="auto">
          <a:xfrm flipH="0" flipV="0">
            <a:off x="3046533" y="0"/>
            <a:ext cx="2871625" cy="1828800"/>
          </a:xfrm>
          <a:prstGeom prst="rect">
            <a:avLst/>
          </a:prstGeom>
        </p:spPr>
      </p:pic>
      <p:pic>
        <p:nvPicPr>
          <p:cNvPr id="1528828825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67429" y="0"/>
            <a:ext cx="3107531" cy="1912326"/>
          </a:xfrm>
          <a:prstGeom prst="rect">
            <a:avLst/>
          </a:prstGeom>
        </p:spPr>
      </p:pic>
      <p:pic>
        <p:nvPicPr>
          <p:cNvPr id="1376010868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12719" y="1732816"/>
            <a:ext cx="5918159" cy="1924781"/>
          </a:xfrm>
          <a:prstGeom prst="rect">
            <a:avLst/>
          </a:prstGeom>
        </p:spPr>
      </p:pic>
      <p:sp>
        <p:nvSpPr>
          <p:cNvPr id="1702660120" name=""/>
          <p:cNvSpPr txBox="1"/>
          <p:nvPr/>
        </p:nvSpPr>
        <p:spPr bwMode="auto">
          <a:xfrm rot="0" flipH="0" flipV="0">
            <a:off x="3046534" y="0"/>
            <a:ext cx="40291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Calibri"/>
                <a:ea typeface="Calibri"/>
                <a:cs typeface="Calibri"/>
              </a:rPr>
              <a:t>c.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79611178" name=""/>
          <p:cNvSpPr txBox="1"/>
          <p:nvPr/>
        </p:nvSpPr>
        <p:spPr bwMode="auto">
          <a:xfrm rot="0" flipH="0" flipV="0">
            <a:off x="0" y="0"/>
            <a:ext cx="401837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Calibri"/>
                <a:ea typeface="Calibri"/>
                <a:cs typeface="Calibri"/>
              </a:rPr>
              <a:t>a.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92685558" name=""/>
          <p:cNvSpPr txBox="1"/>
          <p:nvPr/>
        </p:nvSpPr>
        <p:spPr bwMode="auto">
          <a:xfrm rot="0" flipH="0" flipV="0">
            <a:off x="0" y="1576686"/>
            <a:ext cx="40291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Calibri"/>
                <a:ea typeface="Calibri"/>
                <a:cs typeface="Calibri"/>
              </a:rPr>
              <a:t>b.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2026-08-20T03:00:16Z</dcterms:modified>
</cp:coreProperties>
</file>